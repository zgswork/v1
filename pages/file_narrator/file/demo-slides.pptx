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"/>
          <p:cNvSpPr txBox="1"/>
          <p:nvPr>
            <p:ph type="title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LED 显示屏钢结构技术交底</a:t>
            </a:r>
          </a:p>
        </p:txBody>
      </p:sp>
      <p:sp>
        <p:nvSpPr>
          <p:cNvPr id="2" name="内容"/>
          <p:cNvSpPr txBox="1"/>
          <p:nvPr>
            <p:ph idx="1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1. 屏体 2560×1440 毫米，模组 320×160 毫米，12 列 8 行拼装</a:t>
            </a:r>
          </a:p>
          <a:p>
            <a:r>
              <a:rPr lang="zh-CN"/>
              <a:t>2. 主体杆件 40×20×2 方管，延米重约 1.76 千克每米</a:t>
            </a:r>
          </a:p>
          <a:p>
            <a:r>
              <a:rPr lang="zh-CN"/>
              <a:t>3. 立柱连接节点采用 150×150×8 型钢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"/>
          <p:cNvSpPr txBox="1"/>
          <p:nvPr>
            <p:ph type="title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安装工艺要点</a:t>
            </a:r>
          </a:p>
        </p:txBody>
      </p:sp>
      <p:sp>
        <p:nvSpPr>
          <p:cNvPr id="2" name="内容"/>
          <p:cNvSpPr txBox="1"/>
          <p:nvPr>
            <p:ph idx="1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1. 背杆正面与托杆水平面垂直，每米偏差不大于 1 毫米</a:t>
            </a:r>
          </a:p>
          <a:p>
            <a:r>
              <a:rPr lang="zh-CN"/>
              <a:t>2. 底部通长找平托杆每米水平误差不超过 0.15 毫米</a:t>
            </a:r>
          </a:p>
          <a:p>
            <a:r>
              <a:rPr lang="zh-CN"/>
              <a:t>3. 屏面平整度偏差不大于 0.5 毫米，拼缝累计误差不超过 0.5 毫米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"/>
          <p:cNvSpPr txBox="1"/>
          <p:nvPr>
            <p:ph type="title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检查与验收</a:t>
            </a:r>
          </a:p>
        </p:txBody>
      </p:sp>
      <p:sp>
        <p:nvSpPr>
          <p:cNvPr id="2" name="内容"/>
          <p:cNvSpPr txBox="1"/>
          <p:nvPr>
            <p:ph idx="1"/>
          </p:nvPr>
        </p:nvSpPr>
        <p:spPr>
          <a:xfrm>
            <a:off x="838200" y="457200"/>
            <a:ext cx="9144000" cy="4572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1. 绝缘电阻大于 2 兆欧，接地电阻小于 4 欧姆</a:t>
            </a:r>
          </a:p>
          <a:p>
            <a:r>
              <a:rPr lang="zh-CN"/>
              <a:t>2. 长细比限值 150，计算长度系数 1，材料 Q235</a:t>
            </a:r>
          </a:p>
          <a:p>
            <a:r>
              <a:rPr lang="zh-CN"/>
              <a:t>3. 资料齐全：材质单、隐蔽验收记录、通电测试记录</a:t>
            </a:r>
          </a:p>
        </p:txBody>
      </p:sp>
    </p:spTree>
  </p:cSld>
  <p:clrMapOvr>
    <a:masterClrMapping/>
  </p:clrMapOvr>
</p:sld>
</file>